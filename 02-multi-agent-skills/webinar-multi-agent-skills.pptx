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860908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01168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Multi-Agent Skills: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CC85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Build. Register. Evaluate.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457200" y="4023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A1B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Technical Webinar  |  April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9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CC85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10%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1371600" y="27432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 the time, your AI skills fail.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34747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DA1B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"Good enough for my use" and "good enough for agents"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9DA1B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are categorically different standards.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4206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1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Nate B. Jones, "Your AI Skills Fail 10% of the Time"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663440"/>
            <a:ext cx="442752" cy="1645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9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85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SKILLS FRAMEWORK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What makes a skill agent-ready?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1E203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2560320" cy="54864"/>
          </a:xfrm>
          <a:prstGeom prst="rect">
            <a:avLst/>
          </a:prstGeom>
          <a:solidFill>
            <a:srgbClr val="20B7F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00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Triggers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5B8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YAML frontmatter defines when the skill activates. Pattern-matched by the agent runtime — not manually invoked.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1E2035"/>
          </a:solidFill>
          <a:ln/>
        </p:spPr>
      </p:sp>
      <p:sp>
        <p:nvSpPr>
          <p:cNvPr id="9" name="Shape 7"/>
          <p:cNvSpPr/>
          <p:nvPr/>
        </p:nvSpPr>
        <p:spPr>
          <a:xfrm>
            <a:off x="3291840" y="1371600"/>
            <a:ext cx="2560320" cy="54864"/>
          </a:xfrm>
          <a:prstGeom prst="rect">
            <a:avLst/>
          </a:prstGeom>
          <a:solidFill>
            <a:srgbClr val="8023C3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600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Instructions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74720" y="21488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5B8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Structured markdown with tool names, error handling, and step-by-step workflows. Progressive disclosure — not a wall of text.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1E2035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0" y="1371600"/>
            <a:ext cx="2560320" cy="54864"/>
          </a:xfrm>
          <a:prstGeom prst="rect">
            <a:avLst/>
          </a:prstGeom>
          <a:solidFill>
            <a:srgbClr val="1FEEB3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600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Validation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09360" y="21488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5B8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Output criteria and stress tests baked in. Every skill must define what success looks like — measurably.</a:t>
            </a:r>
            <a:endParaRPr lang="en-US" sz="12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663440"/>
            <a:ext cx="442752" cy="1645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9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85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THE GAP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Human skills ≠ Agent skills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2926080"/>
          </a:xfrm>
          <a:prstGeom prst="roundRect">
            <a:avLst>
              <a:gd name="adj" fmla="val 3750"/>
            </a:avLst>
          </a:prstGeom>
          <a:solidFill>
            <a:srgbClr val="1E203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3931920" cy="54864"/>
          </a:xfrm>
          <a:prstGeom prst="rect">
            <a:avLst/>
          </a:prstGeom>
          <a:solidFill>
            <a:srgbClr val="FF4D4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Prompt for Humans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5B8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Vague instructions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5B8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"Use your judgment"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5B8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No error handling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5B8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No validation criteria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5B8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Works 90% of the time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931920" cy="2926080"/>
          </a:xfrm>
          <a:prstGeom prst="roundRect">
            <a:avLst>
              <a:gd name="adj" fmla="val 3750"/>
            </a:avLst>
          </a:prstGeom>
          <a:solidFill>
            <a:srgbClr val="1E2035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371600"/>
            <a:ext cx="3931920" cy="54864"/>
          </a:xfrm>
          <a:prstGeom prst="rect">
            <a:avLst/>
          </a:prstGeom>
          <a:solidFill>
            <a:srgbClr val="1FEEB3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554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Skill for Agents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210312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5B8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YAML frontmatter triggers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5B8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Explicit tool references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5B8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Error handling built 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5B8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Measurable success criteria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5B8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Evaluatable via OTel traces</a:t>
            </a:r>
            <a:endParaRPr lang="en-US" sz="13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663440"/>
            <a:ext cx="442752" cy="1645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85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THE STACK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Three open-source tools.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One lifecycle.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EEB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kagent  +  agentregistry  +  agentevals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617720"/>
            <a:ext cx="541142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9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85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Everything runs in a kind cluster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474720"/>
          </a:xfrm>
          <a:prstGeom prst="roundRect">
            <a:avLst>
              <a:gd name="adj" fmla="val 3158"/>
            </a:avLst>
          </a:prstGeom>
          <a:solidFill>
            <a:srgbClr val="1E2035"/>
          </a:solidFill>
          <a:ln w="12700">
            <a:solidFill>
              <a:srgbClr val="5C61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43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17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kind cluster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7680960" cy="1280160"/>
          </a:xfrm>
          <a:prstGeom prst="roundRect">
            <a:avLst>
              <a:gd name="adj" fmla="val 5714"/>
            </a:avLst>
          </a:prstGeom>
          <a:solidFill>
            <a:srgbClr val="1A1040"/>
          </a:solidFill>
          <a:ln w="19050">
            <a:solidFill>
              <a:srgbClr val="8023C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727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85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kagent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05840" y="1965960"/>
            <a:ext cx="2194560" cy="731520"/>
          </a:xfrm>
          <a:prstGeom prst="roundRect">
            <a:avLst>
              <a:gd name="adj" fmla="val 7500"/>
            </a:avLst>
          </a:prstGeom>
          <a:solidFill>
            <a:srgbClr val="251545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965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incident-response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377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DA1BD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orchestrator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566160" y="1965960"/>
            <a:ext cx="2194560" cy="731520"/>
          </a:xfrm>
          <a:prstGeom prst="roundRect">
            <a:avLst>
              <a:gd name="adj" fmla="val 7500"/>
            </a:avLst>
          </a:prstGeom>
          <a:solidFill>
            <a:srgbClr val="251545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1965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k8s-deploy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66160" y="2377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DA1BD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6 MCP tools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1965960"/>
            <a:ext cx="2194560" cy="731520"/>
          </a:xfrm>
          <a:prstGeom prst="roundRect">
            <a:avLst>
              <a:gd name="adj" fmla="val 7500"/>
            </a:avLst>
          </a:prstGeom>
          <a:solidFill>
            <a:srgbClr val="251545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965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k8s-healthcheck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26480" y="2377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DA1BD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5 MCP tools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" y="3108960"/>
            <a:ext cx="3657600" cy="1188720"/>
          </a:xfrm>
          <a:prstGeom prst="roundRect">
            <a:avLst>
              <a:gd name="adj" fmla="val 6154"/>
            </a:avLst>
          </a:prstGeom>
          <a:solidFill>
            <a:srgbClr val="0D1525"/>
          </a:solidFill>
          <a:ln w="15240">
            <a:solidFill>
              <a:srgbClr val="20B7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B7F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agentregistry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35204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B8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Skill catalog + REST API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5B8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Semantic search + governance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5B8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Port 12121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3108960"/>
            <a:ext cx="3657600" cy="1188720"/>
          </a:xfrm>
          <a:prstGeom prst="roundRect">
            <a:avLst>
              <a:gd name="adj" fmla="val 6154"/>
            </a:avLst>
          </a:prstGeom>
          <a:solidFill>
            <a:srgbClr val="0D1525"/>
          </a:solidFill>
          <a:ln w="15240">
            <a:solidFill>
              <a:srgbClr val="1FEEB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EEB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agentevals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35204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B8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OTel trace receiver :4317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5B8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Eval engine + Web UI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5B8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Port 8001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83680" y="2834640"/>
            <a:ext cx="0" cy="274320"/>
          </a:xfrm>
          <a:prstGeom prst="line">
            <a:avLst/>
          </a:prstGeom>
          <a:noFill/>
          <a:ln w="19050">
            <a:solidFill>
              <a:srgbClr val="1FEEB3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6766560" y="2834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EEB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OTel traces</a:t>
            </a:r>
            <a:endParaRPr lang="en-US" sz="8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663440"/>
            <a:ext cx="442752" cy="1645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9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85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BUILD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kagent — Kubernetes-native agent runtime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FEEB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CNCF Sandbox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1E203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54864" cy="594360"/>
          </a:xfrm>
          <a:prstGeom prst="rect">
            <a:avLst/>
          </a:prstGeom>
          <a:solidFill>
            <a:srgbClr val="8023C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801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Declarative Agents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0" y="128016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B8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Define agents as Kubernetes CRDs with YAML — system prompts, tools, sub-agents, model config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93392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1E2035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993392"/>
            <a:ext cx="54864" cy="594360"/>
          </a:xfrm>
          <a:prstGeom prst="rect">
            <a:avLst/>
          </a:prstGeom>
          <a:solidFill>
            <a:srgbClr val="20B7F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99339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MCP Tool Servers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1993392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B8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Built-in tools for K8s, Istio, Helm, Argo, Prometheus, Grafana, Cilium — shareable across agents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06624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1E2035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706624"/>
            <a:ext cx="54864" cy="594360"/>
          </a:xfrm>
          <a:prstGeom prst="rect">
            <a:avLst/>
          </a:prstGeom>
          <a:solidFill>
            <a:srgbClr val="CC85FF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706624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Multi-Agent Orchestration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91840" y="2706624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B8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type: Agent makes any agent a tool for another. Incident agent calls deploy + healthcheck agents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419856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1E2035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419856"/>
            <a:ext cx="54864" cy="594360"/>
          </a:xfrm>
          <a:prstGeom prst="rect">
            <a:avLst/>
          </a:prstGeom>
          <a:solidFill>
            <a:srgbClr val="1FEEB3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41985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OpenTelemetry Tracing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91840" y="3419856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B8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agent and tool call emits OTel spans — feed directly into agentevals for evaluation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133088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1E2035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4133088"/>
            <a:ext cx="54864" cy="594360"/>
          </a:xfrm>
          <a:prstGeom prst="rect">
            <a:avLst/>
          </a:prstGeom>
          <a:solidFill>
            <a:srgbClr val="FF804E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13308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Web UI + A2A Protocol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91840" y="4133088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B8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Chat interactively or invoke via REST. No CLIs beyond kubectl and helm</a:t>
            </a:r>
            <a:endParaRPr lang="en-US" sz="11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663440"/>
            <a:ext cx="442752" cy="1645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19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85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REGISTER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agentregistry — Discover, manage, deploy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0B7F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aregistry.ai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1E203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54864" cy="594360"/>
          </a:xfrm>
          <a:prstGeom prst="rect">
            <a:avLst/>
          </a:prstGeom>
          <a:solidFill>
            <a:srgbClr val="20B7F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801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Skill Catalog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0" y="128016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B8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Register skills, agents, MCP servers, and prompts in one curated registry with REST API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93392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1E2035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993392"/>
            <a:ext cx="54864" cy="594360"/>
          </a:xfrm>
          <a:prstGeom prst="rect">
            <a:avLst/>
          </a:prstGeom>
          <a:solidFill>
            <a:srgbClr val="8023C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99339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Semantic Search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1993392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B8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pgvector-powered discovery — any agent can find relevant skills without hardcoded references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06624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1E2035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706624"/>
            <a:ext cx="54864" cy="594360"/>
          </a:xfrm>
          <a:prstGeom prst="rect">
            <a:avLst/>
          </a:prstGeom>
          <a:solidFill>
            <a:srgbClr val="FF804E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706624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Governance &amp; Scoring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91840" y="2706624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B8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Approval workflows, enrichment scoring, and version management before deployment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419856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1E2035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419856"/>
            <a:ext cx="54864" cy="594360"/>
          </a:xfrm>
          <a:prstGeom prst="rect">
            <a:avLst/>
          </a:prstGeom>
          <a:solidFill>
            <a:srgbClr val="1FEEB3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41985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Kubernetes + CLI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91840" y="3419856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B8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Deploy locally with arctl or to production via Helm charts — consistent across environments</a:t>
            </a:r>
            <a:endParaRPr lang="en-US" sz="11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663440"/>
            <a:ext cx="442752" cy="1645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9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85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EVALUATE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agentevals — Score agents from OTel traces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FEEB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aevals.ai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1E203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54864" cy="594360"/>
          </a:xfrm>
          <a:prstGeom prst="rect">
            <a:avLst/>
          </a:prstGeom>
          <a:solidFill>
            <a:srgbClr val="1FEEB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801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No Re-execution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0" y="128016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B8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Record once, evaluate forever — no duplicate LLM calls, no wasted tokens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93392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1E2035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993392"/>
            <a:ext cx="54864" cy="594360"/>
          </a:xfrm>
          <a:prstGeom prst="rect">
            <a:avLst/>
          </a:prstGeom>
          <a:solidFill>
            <a:srgbClr val="8023C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99339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Trajectory Matching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1993392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B8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Verify correct tool call sequences with EXACT, IN_ORDER, or ANY_ORDER matching modes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06624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1E2035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706624"/>
            <a:ext cx="54864" cy="594360"/>
          </a:xfrm>
          <a:prstGeom prst="rect">
            <a:avLst/>
          </a:prstGeom>
          <a:solidFill>
            <a:srgbClr val="20B7F3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706624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Framework Agnostic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91840" y="2706624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B8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Works with any OTel-instrumented agent — LangChain, ADK, OpenAI Agents SDK, kagent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419856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1E2035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419856"/>
            <a:ext cx="54864" cy="594360"/>
          </a:xfrm>
          <a:prstGeom prst="rect">
            <a:avLst/>
          </a:prstGeom>
          <a:solidFill>
            <a:srgbClr val="FF804E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41985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CI/CD Ready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91840" y="3419856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B8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Exit codes + JSON output for deployment gating. REST API at /docs for automation</a:t>
            </a:r>
            <a:endParaRPr lang="en-US" sz="11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663440"/>
            <a:ext cx="442752" cy="16459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85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Three acts, one kind cluster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1E203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2560320" cy="54864"/>
          </a:xfrm>
          <a:prstGeom prst="rect">
            <a:avLst/>
          </a:prstGeom>
          <a:solidFill>
            <a:srgbClr val="8023C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23C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ACT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Build Skills +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Agents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5B8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Define SKILL.md files with frontmatter. Deploy 3 agents as K8s CRDs. Chat via kagent UI.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840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17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~5 min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1E2035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1371600"/>
            <a:ext cx="2560320" cy="54864"/>
          </a:xfrm>
          <a:prstGeom prst="rect">
            <a:avLst/>
          </a:prstGeom>
          <a:solidFill>
            <a:srgbClr val="20B7F3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554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B7F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ACT 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1920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Register in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Catalog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474720" y="26517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5B8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 skills to agentregistry REST API. Browse the catalog. Search for skills by keyword.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0" y="3840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17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~4 min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37160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1E2035"/>
          </a:solidFill>
          <a:ln/>
        </p:spPr>
      </p:sp>
      <p:sp>
        <p:nvSpPr>
          <p:cNvPr id="17" name="Shape 15"/>
          <p:cNvSpPr/>
          <p:nvPr/>
        </p:nvSpPr>
        <p:spPr>
          <a:xfrm>
            <a:off x="6126480" y="1371600"/>
            <a:ext cx="2560320" cy="54864"/>
          </a:xfrm>
          <a:prstGeom prst="rect">
            <a:avLst/>
          </a:prstGeom>
          <a:solidFill>
            <a:srgbClr val="1FEEB3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1554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EEB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ACT 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1920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Evaluate with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Traces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309360" y="26517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5B8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OTel traces flow automatically. Run evals against golden sets. View scores in the web UI.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3840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17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~6 min</a:t>
            </a:r>
            <a:endParaRPr lang="en-US" sz="11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617720"/>
            <a:ext cx="541142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9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85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THE LIFECYCLE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Skills power real 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1E2035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371600"/>
            <a:ext cx="411480" cy="411480"/>
          </a:xfrm>
          <a:prstGeom prst="ellipse">
            <a:avLst/>
          </a:prstGeom>
          <a:solidFill>
            <a:srgbClr val="8023C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92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28016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8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Author skills as structured SKILL.md with YAML frontmatter, triggers, and validation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040880" y="12801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023C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SKILL.md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93392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1E2035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084832"/>
            <a:ext cx="411480" cy="411480"/>
          </a:xfrm>
          <a:prstGeom prst="ellipse">
            <a:avLst/>
          </a:prstGeom>
          <a:solidFill>
            <a:srgbClr val="CC85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84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92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1993392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8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Deploy agents as Kubernetes CRDs with kagent — MCP tools, sub-agents, model config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40880" y="199339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85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kagent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06624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1E2035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2798064"/>
            <a:ext cx="411480" cy="411480"/>
          </a:xfrm>
          <a:prstGeom prst="ellipse">
            <a:avLst/>
          </a:prstGeom>
          <a:solidFill>
            <a:srgbClr val="20B7F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7980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92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2706624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8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Orchestrate multi-agent workflows — agents become tools for other agents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40880" y="2706624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0B7F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type: Agent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419856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1E2035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511296"/>
            <a:ext cx="411480" cy="411480"/>
          </a:xfrm>
          <a:prstGeom prst="ellipse">
            <a:avLst/>
          </a:prstGeom>
          <a:solidFill>
            <a:srgbClr val="20B7F3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5112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92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3419856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8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Register skills and agents in agentregistry — discoverable catalog for any team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40880" y="3419856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0B7F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agentregistry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133088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1E2035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4224528"/>
            <a:ext cx="411480" cy="411480"/>
          </a:xfrm>
          <a:prstGeom prst="ellipse">
            <a:avLst/>
          </a:prstGeom>
          <a:solidFill>
            <a:srgbClr val="1FEEB3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224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92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4133088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8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Evaluate with agentevals — OTel traces scored against golden eval sets, CI/CD gating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40880" y="413308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FEEB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agentevals</a:t>
            </a:r>
            <a:endParaRPr lang="en-US" sz="110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663440"/>
            <a:ext cx="442752" cy="16459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188720"/>
            <a:ext cx="1721815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1031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Build. Register. Evaluate.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DA1B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Skills that power real agent work.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1440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85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kagent.dev    |    aregistry.ai    |    aevals.ai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17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github.com/kagent-dev  •  github.com/agentregistry-dev  •  github.com/agentevals-dev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Multi-Agent Skills: Build, Register, Evaluate</dc:title>
  <dc:subject>PptxGenJS Presentation</dc:subject>
  <dc:creator>Sebastian Maniak</dc:creator>
  <cp:lastModifiedBy>Sebastian Maniak</cp:lastModifiedBy>
  <cp:revision>1</cp:revision>
  <dcterms:created xsi:type="dcterms:W3CDTF">2026-04-06T16:11:59Z</dcterms:created>
  <dcterms:modified xsi:type="dcterms:W3CDTF">2026-04-06T16:11:59Z</dcterms:modified>
</cp:coreProperties>
</file>